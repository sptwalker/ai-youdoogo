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c/Users/zoey/Documents/project/OtherSys/walker/AI-Youdoogo/docs/presentations/preview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AI-Youdoogo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企业智能体平台架构与业务闭环</dc:title>
  <dc:subject>企业智能体平台架构、DDD 领域边界与业务闭环</dc:subject>
  <dc:creator>AI-Youdoogo</dc:creator>
  <cp:lastModifiedBy>AI-Youdoogo</cp:lastModifiedBy>
  <cp:revision>1</cp:revision>
  <dcterms:created xsi:type="dcterms:W3CDTF">2026-07-23T02:58:09Z</dcterms:created>
  <dcterms:modified xsi:type="dcterms:W3CDTF">2026-07-23T02:58:09Z</dcterms:modified>
</cp:coreProperties>
</file>